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801600" cy="9601200" type="A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0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818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01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03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01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105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96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8821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50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1297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0462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79785-4DB4-4C39-85A6-ACE20A73CF69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3ABBB-714E-4E66-A2B5-640516884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86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E7B5082-A460-4C9B-A65A-288CCF3AB38C}"/>
              </a:ext>
            </a:extLst>
          </p:cNvPr>
          <p:cNvSpPr/>
          <p:nvPr/>
        </p:nvSpPr>
        <p:spPr>
          <a:xfrm>
            <a:off x="5264332" y="261257"/>
            <a:ext cx="1998617" cy="5747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CONTROLADOR GERAL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3056601-0146-47EC-A2C9-C872407C86B7}"/>
              </a:ext>
            </a:extLst>
          </p:cNvPr>
          <p:cNvSpPr/>
          <p:nvPr/>
        </p:nvSpPr>
        <p:spPr>
          <a:xfrm>
            <a:off x="849085" y="1724296"/>
            <a:ext cx="1789612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EP ENGENHARIA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466F773-A8DC-4CE0-B856-BB9FF1A71162}"/>
              </a:ext>
            </a:extLst>
          </p:cNvPr>
          <p:cNvSpPr/>
          <p:nvPr/>
        </p:nvSpPr>
        <p:spPr>
          <a:xfrm>
            <a:off x="4206240" y="1724297"/>
            <a:ext cx="2116183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DIOGO GARCIA - RV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8F02658-A23F-477F-9B7B-29F1D7FF99D8}"/>
              </a:ext>
            </a:extLst>
          </p:cNvPr>
          <p:cNvSpPr/>
          <p:nvPr/>
        </p:nvSpPr>
        <p:spPr>
          <a:xfrm>
            <a:off x="7485017" y="1724297"/>
            <a:ext cx="2325189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GAM SOLUÇÕES EM ENGENHARIA</a:t>
            </a:r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C1CD26-56A6-48AC-B16D-4BB1FC1EFA06}"/>
              </a:ext>
            </a:extLst>
          </p:cNvPr>
          <p:cNvSpPr/>
          <p:nvPr/>
        </p:nvSpPr>
        <p:spPr>
          <a:xfrm>
            <a:off x="10580915" y="1724297"/>
            <a:ext cx="1789611" cy="6008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TRABALHO PESSOAL</a:t>
            </a:r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0847E524-0A1E-42C0-9F29-022D27FBDBB4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38697" y="548640"/>
            <a:ext cx="2625635" cy="1175656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6673A1C2-A8C0-4EB7-83D0-4CF99FA46431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264332" y="836023"/>
            <a:ext cx="953590" cy="888274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CAD9243A-36BB-4B00-9D70-3ADB86EEC7E6}"/>
              </a:ext>
            </a:extLst>
          </p:cNvPr>
          <p:cNvCxnSpPr>
            <a:cxnSpLocks/>
          </p:cNvCxnSpPr>
          <p:nvPr/>
        </p:nvCxnSpPr>
        <p:spPr>
          <a:xfrm>
            <a:off x="6596744" y="822959"/>
            <a:ext cx="1201782" cy="901337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80097115-3928-4EDF-B86D-BF15944A324C}"/>
              </a:ext>
            </a:extLst>
          </p:cNvPr>
          <p:cNvCxnSpPr>
            <a:cxnSpLocks/>
          </p:cNvCxnSpPr>
          <p:nvPr/>
        </p:nvCxnSpPr>
        <p:spPr>
          <a:xfrm>
            <a:off x="7289076" y="522513"/>
            <a:ext cx="3291839" cy="1293224"/>
          </a:xfrm>
          <a:prstGeom prst="straightConnector1">
            <a:avLst/>
          </a:prstGeom>
          <a:ln w="825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D40F20C7-DAF1-48F8-87FA-337EE8CD3B56}"/>
              </a:ext>
            </a:extLst>
          </p:cNvPr>
          <p:cNvSpPr/>
          <p:nvPr/>
        </p:nvSpPr>
        <p:spPr>
          <a:xfrm>
            <a:off x="217712" y="2769322"/>
            <a:ext cx="1645920" cy="287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ORÇAMENTOS</a:t>
            </a:r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7CADC62-08BF-4AA2-BA8C-1CFE53C4484F}"/>
              </a:ext>
            </a:extLst>
          </p:cNvPr>
          <p:cNvSpPr/>
          <p:nvPr/>
        </p:nvSpPr>
        <p:spPr>
          <a:xfrm>
            <a:off x="2161902" y="2782383"/>
            <a:ext cx="1789612" cy="287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BASE DE DADOS</a:t>
            </a:r>
            <a:endParaRPr lang="pt-BR" dirty="0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6C02063-972E-4AA9-BB91-5C66C5A69A62}"/>
              </a:ext>
            </a:extLst>
          </p:cNvPr>
          <p:cNvSpPr/>
          <p:nvPr/>
        </p:nvSpPr>
        <p:spPr>
          <a:xfrm>
            <a:off x="106676" y="6731709"/>
            <a:ext cx="1907177" cy="4833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RELATÓRIOS TÉCNICOS</a:t>
            </a:r>
            <a:endParaRPr lang="pt-BR" dirty="0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797AE2B-043F-496B-98E8-5578685FE84E}"/>
              </a:ext>
            </a:extLst>
          </p:cNvPr>
          <p:cNvSpPr/>
          <p:nvPr/>
        </p:nvSpPr>
        <p:spPr>
          <a:xfrm>
            <a:off x="132803" y="4743988"/>
            <a:ext cx="1907177" cy="48332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RELATÓRIOS FOTOGRÁFICOS</a:t>
            </a:r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04CCF6D-939A-4E6A-8ABB-D5B0AE4EC33E}"/>
              </a:ext>
            </a:extLst>
          </p:cNvPr>
          <p:cNvSpPr/>
          <p:nvPr/>
        </p:nvSpPr>
        <p:spPr>
          <a:xfrm>
            <a:off x="2299063" y="3695697"/>
            <a:ext cx="1907177" cy="5050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CONTROLE FINANCEIRO</a:t>
            </a:r>
            <a:endParaRPr lang="pt-BR" dirty="0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7FC49B8-BA14-47F5-A35A-D7BB0A26C60A}"/>
              </a:ext>
            </a:extLst>
          </p:cNvPr>
          <p:cNvSpPr/>
          <p:nvPr/>
        </p:nvSpPr>
        <p:spPr>
          <a:xfrm>
            <a:off x="87083" y="3722915"/>
            <a:ext cx="1907177" cy="5050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FECHAMENTO SEMANAL</a:t>
            </a:r>
            <a:endParaRPr lang="pt-BR" dirty="0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1023C96-462A-4F1F-BAFB-BE0742FB62B0}"/>
              </a:ext>
            </a:extLst>
          </p:cNvPr>
          <p:cNvSpPr/>
          <p:nvPr/>
        </p:nvSpPr>
        <p:spPr>
          <a:xfrm>
            <a:off x="106676" y="5673628"/>
            <a:ext cx="1907177" cy="5050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ORGANIZAÇÃO DE NOTAS FISCAIS</a:t>
            </a:r>
            <a:endParaRPr lang="pt-BR" dirty="0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087DCA9-CBA7-4947-B3E9-D0FF98F40E77}"/>
              </a:ext>
            </a:extLst>
          </p:cNvPr>
          <p:cNvSpPr/>
          <p:nvPr/>
        </p:nvSpPr>
        <p:spPr>
          <a:xfrm>
            <a:off x="2299062" y="5667098"/>
            <a:ext cx="1907177" cy="5050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PAGAMENTO MEI EQUIPE</a:t>
            </a:r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0A17C69-E374-41CE-8538-CD0E87939178}"/>
              </a:ext>
            </a:extLst>
          </p:cNvPr>
          <p:cNvSpPr/>
          <p:nvPr/>
        </p:nvSpPr>
        <p:spPr>
          <a:xfrm>
            <a:off x="2299063" y="4709149"/>
            <a:ext cx="1907177" cy="5050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RECIBO SEMANAL</a:t>
            </a:r>
            <a:endParaRPr lang="pt-BR" dirty="0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E453095-6AB0-46BB-9233-70C5D594A735}"/>
              </a:ext>
            </a:extLst>
          </p:cNvPr>
          <p:cNvSpPr/>
          <p:nvPr/>
        </p:nvSpPr>
        <p:spPr>
          <a:xfrm>
            <a:off x="2299062" y="6731709"/>
            <a:ext cx="1907177" cy="5050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a-Latn-001" dirty="0"/>
              <a:t>POSTAGENS INSTAGRAM</a:t>
            </a:r>
            <a:endParaRPr lang="pt-BR" dirty="0"/>
          </a:p>
        </p:txBody>
      </p: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CFD2E6B6-1D32-4C46-9E34-BC147C13999D}"/>
              </a:ext>
            </a:extLst>
          </p:cNvPr>
          <p:cNvCxnSpPr>
            <a:endCxn id="18" idx="0"/>
          </p:cNvCxnSpPr>
          <p:nvPr/>
        </p:nvCxnSpPr>
        <p:spPr>
          <a:xfrm rot="5400000">
            <a:off x="1072243" y="2339335"/>
            <a:ext cx="444135" cy="4158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466859CF-1213-4CED-B0BA-AC1733CFC481}"/>
              </a:ext>
            </a:extLst>
          </p:cNvPr>
          <p:cNvCxnSpPr>
            <a:stCxn id="19" idx="1"/>
            <a:endCxn id="18" idx="3"/>
          </p:cNvCxnSpPr>
          <p:nvPr/>
        </p:nvCxnSpPr>
        <p:spPr>
          <a:xfrm flipH="1" flipV="1">
            <a:off x="1863632" y="2913014"/>
            <a:ext cx="298270" cy="130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id="{41C8C832-DCE6-40C0-ACC1-088E929976C2}"/>
              </a:ext>
            </a:extLst>
          </p:cNvPr>
          <p:cNvCxnSpPr>
            <a:cxnSpLocks/>
            <a:endCxn id="23" idx="0"/>
          </p:cNvCxnSpPr>
          <p:nvPr/>
        </p:nvCxnSpPr>
        <p:spPr>
          <a:xfrm rot="16200000" flipH="1">
            <a:off x="11970" y="2694213"/>
            <a:ext cx="1149534" cy="9078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090400DF-B88F-4C53-A866-1879C00F693F}"/>
              </a:ext>
            </a:extLst>
          </p:cNvPr>
          <p:cNvCxnSpPr>
            <a:stCxn id="23" idx="3"/>
            <a:endCxn id="22" idx="1"/>
          </p:cNvCxnSpPr>
          <p:nvPr/>
        </p:nvCxnSpPr>
        <p:spPr>
          <a:xfrm flipV="1">
            <a:off x="1994260" y="3948247"/>
            <a:ext cx="304803" cy="272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921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37</Words>
  <Application>Microsoft Office PowerPoint</Application>
  <PresentationFormat>Papel A3 (297 x 420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</dc:creator>
  <cp:lastModifiedBy>Guilherme</cp:lastModifiedBy>
  <cp:revision>2</cp:revision>
  <dcterms:created xsi:type="dcterms:W3CDTF">2026-08-02T03:50:04Z</dcterms:created>
  <dcterms:modified xsi:type="dcterms:W3CDTF">2026-08-02T04:08:34Z</dcterms:modified>
</cp:coreProperties>
</file>